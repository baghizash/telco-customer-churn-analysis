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</a:rPr>
              <a:t>Analisis Telco Customer Churn dengan SQL dan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</a:rPr>
              <a:t>Studi Kasus: IBM Sample Telco Customer Churn — Siapa yang Pergi, Kenapa, dan Berapa Pendapatan yang Hilang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93C5FD"/>
                </a:solidFill>
              </a:rPr>
              <a:t>BAGHIZ ASSHIDDIQIE ARASYA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6B7280"/>
                </a:solidFill>
              </a:rPr>
              <a:t>Data Analyst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Dataset IBM Sample Telco Customer Churn: 7.032 pelanggan bersih dengan 21 kolom demografi, layanan, kontrak, dan tagihan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Pertanyaan utama: pelanggan mana yang berhenti berlangganan, kenapa mereka pergi, dan berapa pendapatan yang hilang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Churn rate keseluruhan 26,6 persen atau 1.869 pelanggan, lebih dari 1 dari 4 pelanggan pergi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Tujuan analisis: menemukan segmen paling rawan churn lalu menyusun rekomendasi retensi yang konkret dan terukur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Data dan 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Data dimuat ke SQLite lalu dianalisis dengan query SQL asli: agregasi, grouping, dan perbandingan antar segmen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Pembersihan penting: kolom TotalCharges tiba sebagai teks dengan 11 nilai kosong tersembunyi (semua tenure 0, belum pernah ditagih), 11 baris itu dihapus karena imputasi berarti mengarang data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Pandas dipakai untuk eksplorasi lanjutan dan pembuatan 12 chart visual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Churn didefinisikan sebagai kolom Churn bernilai Yes; rate dihitung sebagai Yes dibagi total pelanggan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Segmen yang dianalisis: kontrak, masa berlangganan, layanan internet, metode pembayaran, tagihan, layanan dukungan, demografi, dan segmen kombinasi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Temuan 1: Kontrak Bulanan Paling Berisiko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Kontrak bulanan (month-to-month) churn 42,7 persen, 15 kali lipat kontrak 2 tahun yang hanya 2,8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Kontrak bulanan mencakup 55,1 persen pelanggan tetapi menyumbang 88,6 persen dari semua churn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Kontrak 1 tahun churn 11,3 persen, jauh lebih aman dibanding bulanan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Tanpa komitmen jangka panjang, pelanggan pergi kapan saja dan hampir tanpa hambatan</a:t>
            </a:r>
          </a:p>
        </p:txBody>
      </p:sp>
      <p:pic>
        <p:nvPicPr>
          <p:cNvPr id="5" name="Picture 4" descr="02_churn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B7280"/>
                </a:solidFill>
              </a:rPr>
              <a:t>Churn rate per jenis kontrak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Temuan 2: Tahun Pertama Paling Kritis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baru 0 sampai 12 bulan churn 47,7 persen, hampir separuh pergi di tahun pertama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baru menyumbang 55,5 persen dari semua churn, padahal hanya 30,9 persen dari basis pelanggan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Churn turun bertahap sampai 9,5 persen setelah 4 tahun berlangganan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Siapa yang bertahan melewati tahun pertama cenderung setia, jadi onboarding awal adalah investasi terbaik</a:t>
            </a:r>
          </a:p>
        </p:txBody>
      </p:sp>
      <p:pic>
        <p:nvPicPr>
          <p:cNvPr id="5" name="Picture 4" descr="03_churn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B7280"/>
                </a:solidFill>
              </a:rPr>
              <a:t>Churn rate per masa berlangganan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Temuan 3: Fiber Mahal tapi Ditinggalkan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Fiber optic churn 41,9 persen, lebih dari dua kali DSL yang 19,0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yang membayar dengan cek elektronik churn 45,3 persen, hampir 3 kali lipat kartu kredit otomatis 15,3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Tagihan bulanan 71 sampai 90 USD churn 37,8 persen, tertinggi di antara band tagihan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Sinyal masalah nilai: pelanggan membayar paling mahal tetapi merasa layanannya tidak sepadan, dan pembayaran manual membuat pergi terasa mudah</a:t>
            </a:r>
          </a:p>
        </p:txBody>
      </p:sp>
      <p:pic>
        <p:nvPicPr>
          <p:cNvPr id="5" name="Picture 4" descr="04_churn_int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B7280"/>
                </a:solidFill>
              </a:rPr>
              <a:t>Churn rate per layanan internet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Temuan 4: Dukungan Melindungi, Lansia Rentan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internet tanpa Tech Support churn 41,6 persen, dibanding yang memakai hanya 15,2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Tanpa Online Security churn 41,8 persen, dibanding yang memakai 14,6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Senior citizen churn 41,7 persen, pelanggan tanpa pasangan 33,0 persen, tanpa tanggungan 31,3 persen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Gender hampir tidak berpengaruh: perempuan 27,0 persen vs laki-laki 26,2 persen</a:t>
            </a:r>
          </a:p>
        </p:txBody>
      </p:sp>
      <p:pic>
        <p:nvPicPr>
          <p:cNvPr id="5" name="Picture 4" descr="07_churn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B7280"/>
                </a:solidFill>
              </a:rPr>
              <a:t>Churn: Tech Support dan Online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Temuan 5: Risiko Menumpuk dan Pendapatan Hilang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Fiber optic plus kontrak bulanan churn 54,6 persen, lebih dari separuh pergi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Kontrak bulanan plus pelanggan baru churn 51,4 persen, kombinasi dua faktor rawan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Pendapatan yang hilang akibat churn: 139.131 USD per bulan, atau 30,5 persen dari seluruh pendapatan bulanan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Pelanggan yang churn membayar rata-rata 74,44 USD per bulan vs 61,31 USD yang bertahan, yang pergi adalah pelanggan bernilai lebih tinggi</a:t>
            </a:r>
          </a:p>
        </p:txBody>
      </p:sp>
      <p:pic>
        <p:nvPicPr>
          <p:cNvPr id="5" name="Picture 4" descr="10_churn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B7280"/>
                </a:solidFill>
              </a:rPr>
              <a:t>Churn pada segmen kombinasi paling rawan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Rekomendasi Retensi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Bangun program onboarding 12 bulan pertama: sapa proaktif di bulan ke-1, 3, dan 6 plus cek kepuasan dini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Konversi kontrak bulanan ke kontrak tahunan dengan insentif: diskon loyalitas, harga terkunci, dan bonus layanan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Audit nilai layanan Fiber optic: tinjau kualitas jaringan per area, harga, dan komunikasi manfaatnya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Dorong auto-pay dan migrasi dari cek elektronik dengan insentif kecil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Tawarkan Tech Support dan Online Security proaktif, bundel dukungan gratis 3 bulan untuk segmen rawan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Perhatian khusus untuk lansia dan pelanggan yang hidup sendiri dengan jalur dukungan yang lebih personal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800" b="0" i="0">
                <a:solidFill>
                  <a:srgbClr val="FFFFFF"/>
                </a:solidFill>
              </a:rPr>
              <a:t>Kontrak bulanan, tahun pertama, dan fiber optic adalah tiga pendorong churn terbesar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800" b="0" i="0">
                <a:solidFill>
                  <a:srgbClr val="FFFFFF"/>
                </a:solidFill>
              </a:rPr>
              <a:t>Fokus retensi pada segmen kombinasi: fiber plus kontrak bulanan (54,6 persen) dan kontrak bulanan plus pelanggan baru (51,4 persen)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800" b="0" i="0">
                <a:solidFill>
                  <a:srgbClr val="FFFFFF"/>
                </a:solidFill>
              </a:rPr>
              <a:t>Churn bukan sekadar angka pelanggan: 139.131 USD pendapatan hilang setiap bulan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800" b="0" i="0">
                <a:solidFill>
                  <a:srgbClr val="FFFFFF"/>
                </a:solidFill>
              </a:rPr>
              <a:t>Tech stack: SQL di SQLite, Python dengan pandas, matplotlib, dan seaborn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93C5FD"/>
                </a:solidFill>
              </a:rPr>
              <a:t>BAGHIZ ASSHIDDIQIE ARASYA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